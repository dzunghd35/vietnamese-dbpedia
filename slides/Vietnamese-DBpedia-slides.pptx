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9144000" cy="685799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Chào thầy và các bạn. Nhóm 23 trình bày đề tài 2 của môn Semantic Web: xây dựng một phiên bản DBpedia cho tiếng Việt. Mình là Phung, mở đầu bằng đề bài và cách nhóm thu thập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Đề bài có năm yêu cầu, và bảng này cho thấy nhóm đáp ứng từng yêu cầu ra sao: ontology vio: 18 lớp, 990 bài viết tiếng Việt, 131 nghìn triple RDF, 777 liên kết sang DBpedia tiếng Anh, và giao diện truy vấn. Nhóm không trích toàn bộ Wikipedia tiếng Việt mà chọn một miền và làm sâu.</a:t>
            </a:r>
          </a:p>
          <a:p>
            <a:r>
              <a:t>Số phải trúng: 18 lớp, 54 thuộc tính; 990 bài; 131.233 triple; 777 liên kết.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Miền được chọn là bóng đá Việt Nam, tỉnh thành và đại học. Các thực thể này trỏ lẫn nhau, nên trả lời được câu hỏi nhiều bước: cầu thủ, chặng thi đấu, câu lạc bộ, sân nhà, rồi tới tỉnh. 97% bài có infobox và 78% có bài tiếng Anh để liên kết.</a:t>
            </a:r>
          </a:p>
          <a:p>
            <a:r>
              <a:t>Số phải trúng: 611 cầu thủ, 110 tỉnh (34 hiện hành); 97%, 78%.</a:t>
            </a:r>
          </a:p>
          <a:p>
            <a:r>
              <a:t>Nếu bị hỏi "sao không chọn thực thể theo thể loại Wikipedia?": thể loại do người viết gán, không nhất quán; Wikidata cho lớp (P31) và quốc gia (Q881) chính xác hơn.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Hệ thống có bốn tầng, mỗi bước là một lệnh, và bốn phần trình bày của nhóm đi theo đúng bốn tầng này. Chỉ tầng thu thập gọi mạng; mọi phản hồi được cache và dữ liệu thô được commit, nên dựng lại toàn bộ dataset mà không cần Internet, kết quả giống hệt nhau.</a:t>
            </a:r>
          </a:p>
          <a:p>
            <a:r>
              <a:t>Số phải trúng: 6 lệnh: seeds, enrich, ontology, build, postprocess, serve.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Mỗi lớp là một truy vấn Wikidata; đây là truy vấn cho cầu thủ. Sau đó lấy bài viết qua MediaWiki API: abstract, thể loại, redirect và tham số infobox. Request được giãn cách và cache lại.</a:t>
            </a:r>
          </a:p>
          <a:p>
            <a:r>
              <a:t>Số phải trúng: 2.588 đích liên kết trong infobox, 71 trang định hướng.</a:t>
            </a:r>
          </a:p>
          <a:p>
            <a:r>
              <a:t>Nếu bị hỏi "sao không dùng bản dump của Wikipedia?": với 990 bài, API nhanh hơn và chỉ lấy đúng phần cần; cache SQLite và cờ --offline cho kết quả lặp lại được như dùng dump.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Mình là Hoang, phụ trách tầng ngữ nghĩa. Ontology có 18 lớp chia bốn cây: người, tổ chức, địa điểm và chặng thi đấu. Lớp nào cũng là lớp con của một lớp DBpedia. Dữ liệu khai báo chỉ dùng vio:, còn sau suy luận thì có cả lớp DBpedia, ví dụ dbo:Person từ 0 lên 659.</a:t>
            </a:r>
          </a:p>
          <a:p>
            <a:r>
              <a:t>Số phải trúng: 54 thuộc tính, 38 là thuộc tính con của dbo:; 659; 486.</a:t>
            </a:r>
          </a:p>
          <a:p>
            <a:r>
              <a:t>Nếu bị hỏi "sao không dùng thẳng dbo:?": DBpedia không có những khái niệm nhóm cần, như tỉnh cũ hay ba loại chặng thi đấu; lớp riêng cũng giữ cho tiên đề của nhóm chỉ ràng buộc dữ liệu của nhóm.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Các tiên đề OWL làm phần lớn công việc. Chuỗi thuộc tính careerStation rồi team cho 2.772 cạnh "từng thi đấu cho". Ràng buộc tồn tại xếp 486 cầu thủ vào lớp tuyển thủ quốc gia. Ràng buộc "với mọi" gán lớp CLB cho 154 đội không phải seed. Tiên đề tách lớp còn giúp phát hiện hai lỗi mô hình hoá.</a:t>
            </a:r>
          </a:p>
          <a:p>
            <a:r>
              <a:t>Số phải trúng: 2.772; 486; 154; 2 lỗi.</a:t>
            </a:r>
          </a:p>
          <a:p>
            <a:r>
              <a:t>Nếu bị hỏi "vì sao không đặt domain cho latitude hay province?": CLB và trường đại học cũng có toạ độ và tỉnh; nếu domain là Location thì reasoner sẽ suy ra CLB là địa điểm, trái với tiên đề tách lớp.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Infobox đi qua bốn bước: diễn giải template, đọc giá trị kiểu Việt như "16.361,2" hay dấu cho mượn, ánh xạ khoá sang vio:, rồi chọn Wikidata hay infobox cho từng thuộc tính. Các hàng năm, CLB, số trận, bàn thắng thành 3.382 chặng thi đấu. Nhóm tái tạo đủ các dataset cơ bản của DBpedia.</a:t>
            </a:r>
          </a:p>
          <a:p>
            <a:r>
              <a:t>Số phải trúng: 3.382 chặng của 601 cầu thủ; 24.605 triple infobox thô.</a:t>
            </a:r>
          </a:p>
          <a:p>
            <a:r>
              <a:t>Nếu bị hỏi "khi Wikidata và infobox khác nhau thì lấy bên nào?": bảng PRECEDENCE quyết định; Wikidata cho ngày, chiều cao, dân số, sức chứa; infobox cho số áo, số sinh viên, khẩu hiệu.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Mình là Dung, phụ trách tầng hậu xử lý. Đây là Nguyễn Công Phượng. Nét xám là dữ liệu khai báo: hai chặng thi đấu, đội, sân nhà Pleiku, tỉnh Gia Lai. Nét đỏ đứt là phần suy luận: các lớp DBpedia, cạnh playedFor, và Mito HollyHock được xếp vào lớp CLB. Nét xanh là liên kết ra ngoài.</a:t>
            </a:r>
          </a:p>
          <a:p>
            <a:r>
              <a:t>Số phải trúng: 11 chặng thi đấu; 2015–2023, 103 trận, 36 bàn ở Hoàng Anh Gia Lai.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Trước khi xuất, tám hàm kiểm tra chạy trên dữ liệu: lần dựng cuối không có lỗi nào. Suy luận thêm 41.730 triple trong 117 giây, nhờ đó truy vấn bằng từ vựng DBpedia mới có kết quả. Suy luận còn bắt được hai lỗi mô hình hoá mà nhóm đã sửa.</a:t>
            </a:r>
          </a:p>
          <a:p>
            <a:r>
              <a:t>Số phải trúng: 0 lỗi, 0 cảnh báo; 47 test; +41.730 triple.</a:t>
            </a:r>
          </a:p>
          <a:p>
            <a:r>
              <a:t>Nếu bị hỏi về hai lỗi: (1) đội tuyển bị suy ra là CLB vì domain của ground đặt sai; (2) khai báo tenant là nghịch đảo của ground làm sai sân nhà, vì ô "bên thuê" liệt kê mọi đội từng dùng sân.</a:t>
            </a:r>
          </a:p>
          <a:p>
            <a:r>
              <a:t>Nếu bị hỏi "sao bỏ owl:sameAs và functional khỏi reasoner?": OWL 2 RL sinh x sameAs x cho mọi nút và gộp các thực thể có cùng giá trị functional; functional được kiểm tra riêng ở bước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Liên kết lấy từ sitelink tiếng Anh của chính item Wikidata, không ghép theo tên vì tên Việt trùng nhiều. Có 777 liên kết sang DBpedia và 990 sang Wikidata. Nhóm kiểm tra cả 777 trên DBpedia thật: 733 trỏ đúng bài viết, 44 còn lại lệch vì DBpedia lấy dữ liệu từ bản Wikipedia cũ hơn.</a:t>
            </a:r>
          </a:p>
          <a:p>
            <a:r>
              <a:t>Số phải trúng: 777 / 990; 733 (94,3%); 12 đổi hướng, 32 chưa có.</a:t>
            </a:r>
          </a:p>
          <a:p>
            <a:r>
              <a:t>Nếu bị hỏi "sửa 44 liên kết thế nào?": 12 cái đi theo dbo:wikiPageRedirects là sửa được; 32 cái phải chờ bản DBpedia mới hoặc kiểm lại sau mỗi lần phát hành.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Mỗi IRI tra được như DBpedia: máy chủ trả 303, chuyển trình duyệt tới trang HTML và chuyển client RDF tới Turtle, N-Triples, JSON-LD hoặc RDF/XML theo header Accept.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Vậy dataset đạt đủ năm sao: giấy phép mở, máy đọc được, định dạng mở, URI cho mọi thứ, và liên kết sang DBpedia, Wikidata. Lưu ý duy nhất: nhóm không sở hữu tên miền vi.dbpedia.org, nên IRI chỉ mở được qua máy chủ của dự án.</a:t>
            </a:r>
          </a:p>
          <a:p>
            <a:r>
              <a:t>Nếu bị hỏi "4 sao khác 3 sao ở đâu?": 3 sao là định dạng mở; 4 sao là dùng URI để định danh từng thứ, để người khác trỏ tới được.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Mình là Trung, phụ trách tầng máy chủ. Giao diện có bốn tab. Bên trái là trang tài nguyên giống dbpedia.org/page: lớp nào khai báo, lớp nào suy luận đều được đánh dấu. Bên phải là tab SPARQL, đang đếm số thực thể theo lớp DBpedia, toàn bộ đều có nhờ suy luận.</a:t>
            </a:r>
          </a:p>
          <a:p>
            <a:r>
              <a:t>(Nếu demo: chuyển sang quay màn hình ở đây, xem phần "Demo trong video" ở trên.)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Tab Hỏi đáp cho phép hỏi bằng tiếng Việt. Mô hình ngôn ngữ đọc tóm tắt schema, viết SPARQL; hệ thống chỉ chấp nhận SELECT hoặc ASK, chạy trên graph, rồi để mô hình trả lời từ kết quả. Nếu truy vấn lỗi hoặc rỗng, mô hình được sửa một lần.</a:t>
            </a:r>
          </a:p>
          <a:p>
            <a:r>
              <a:t>Số phải trúng: 10,7 giây xuống 0,27 giây nhờ subquery.</a:t>
            </a:r>
          </a:p>
          <a:p>
            <a:r>
              <a:t>Nếu bị hỏi "LLM viết sai truy vấn thì sao?": truy vấn được parse trước khi chạy, chỉ SELECT/ASK; lỗi hoặc rỗng thì gửi lại cho mô hình sửa một lần; SPARQL mode cho người dùng xem truy vấn thật.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Graph trả lời đúng các câu hỏi năng lực, ví dụ: hiện còn 34 tỉnh thành, Nghệ An có nhiều cầu thủ nhất với 58 người. Mỗi câu hỏi là một test tự động trên dữ liệu thật.</a:t>
            </a:r>
          </a:p>
          <a:p>
            <a:r>
              <a:t>Số phải trúng: 34; Nghệ An 58; 11 đội của Công Phượng.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Hạn chế chính: mới một miền, 44 liên kết cần sửa, và chưa có endpoint /sparql chuẩn. Hướng tiếp theo là thêm endpoint đó, thêm lớp mới và đo độ chính xác của tab Hỏi đáp.</a:t>
            </a:r>
          </a:p>
          <a:p>
            <a:r>
              <a:t>Nếu bị hỏi "SPARQL endpoint ở đâu?": hiện truy vấn qua tab SPARQL trên giao diện; muốn có endpoint HTTP chuẩn thì nạp dump vào Virtuoso đã khai báo sẵn trong docker-compose.yml, cổng 8890.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Tóm lại, nhóm đã xây dựng một DBpedia tiếng Việt năm sao cho ba miền dữ liệu. Suy luận OWL là thứ giúp dữ liệu dùng chung được với DBpedia. Mã nguồn và dữ liệu có trên GitHub.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Cảm ơn thầy và các bạn đã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